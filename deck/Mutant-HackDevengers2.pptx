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first: AI writes our tests now — who checks them? Then the one number: 35% to 100% on the same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demo's own first example, exactly as it loads on the live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is the last step, and it is the only step that is checked by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was re-measured on the deployed site on 20 Sep. Audit trail: AUDIT.md.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is the verification loop: AI output is only trusted after the tool proves it catches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install, no account. Works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HACKDEVENGERS 2.0  ·  OPEN INNOVATION  ·  SOLO BUILD, 24H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</a:t>
            </a:r>
            <a:pPr indent="0" marL="0">
              <a:buNone/>
            </a:pPr>
            <a:r>
              <a:rPr lang="en-US" sz="3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lying to you.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more and more of our tests. Who checks them? Mutant plants real bugs in your code and proves which ones your tests miss — then an AI writes tests that catch them, and Mutant checks every 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0" y="1234440"/>
            <a:ext cx="4645152" cy="3291840"/>
          </a:xfrm>
          <a:prstGeom prst="roundRect">
            <a:avLst>
              <a:gd name="adj" fmla="val 3333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55448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C9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SCORE · SAME FUNCTION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200400"/>
            <a:ext cx="4005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passing test let 11 of 17 planted bugs through. After 8 AI-written tests, all 17 are caught — measured live, not claimed.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mutant-omega.vercel.app     ·     github.com/sgoel2be24-cyber/mutant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test suite can still miss most bugs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131722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UNDER TEST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gstRate(amount)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(amount &lt; 1000) return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(amount &lt;= 5000) return 5;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(amount &gt; 50000) return 28;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return 18;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31722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 TEST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gstRate(20000) === 18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473659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0F3B31"/>
          </a:solidFill>
          <a:ln w="12700">
            <a:solidFill>
              <a:srgbClr val="0F3B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47365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554480"/>
            <a:ext cx="5013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17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743200"/>
            <a:ext cx="5013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bugs slip straight past this test — and it stays green.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794760"/>
            <a:ext cx="5013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&lt; 1000 to &lt;= 1000. Change 28 to 0. Drop a return value. None of these turn the test red.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754880"/>
            <a:ext cx="5013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only counts lines that ran. It never asks the real question: would this test fail if the code were wrong?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all running in your browser.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bugs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hand-written AST engine flips operators, nudges boundaries, wipes constants and drops guards. Every mutant is re-parsed, so it is always valid code.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92424" y="182880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210312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674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2004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mutant runs in a disposable Web Worker with a hard timeout. Tests that fail on the original code are excluded, never counted as catches.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210312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survivors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2004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your suite missed, as an exact diff — plus which test caught each of the others.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9992" y="182880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0E101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210312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431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54312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AI fix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54312" y="32004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writes tests aimed at the survivors. “Kill this mutant” keeps a test only if it passes the original and fails that exact bug.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uploaded — engine, sandbox and scoring run in the page. The AI only writes tests; it never decides the score.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live site, not claimed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1296" cy="2148840"/>
          </a:xfrm>
          <a:prstGeom prst="roundRect">
            <a:avLst>
              <a:gd name="adj" fmla="val 510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→ 100%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example: 1 passing test, then 8 AI-written tests. 17 of 17 bugs caught.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34256" y="1463040"/>
            <a:ext cx="3511296" cy="2148840"/>
          </a:xfrm>
          <a:prstGeom prst="roundRect">
            <a:avLst>
              <a:gd name="adj" fmla="val 510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73736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5603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mutants generated, sandboxed and scored, entirely in the browser.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19872" y="1463040"/>
            <a:ext cx="3511296" cy="2148840"/>
          </a:xfrm>
          <a:prstGeom prst="roundRect">
            <a:avLst>
              <a:gd name="adj" fmla="val 5106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73736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flagged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5603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Unkillable mutants labelled “possibly equivalent”, not hidden to fake 100%.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scoring, enforced in code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182880" cy="18288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48056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fail on the original code are removed — never counted as catching a bug.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82880" cy="18288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010912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Mutants that don't parse are excluded from the score, not counted as caught.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605272"/>
            <a:ext cx="182880" cy="18288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541264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automated tests and an adversarial audit — every defect it found is fixed and pinned by a test.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stands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1296" cy="2743200"/>
          </a:xfrm>
          <a:prstGeom prst="roundRect">
            <a:avLst>
              <a:gd name="adj" fmla="val 4000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wrapper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626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Mutation, sandboxing and scoring are hand-written. Remove the AI entirely and the product still works end to end.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4256" y="1463040"/>
            <a:ext cx="3511296" cy="2743200"/>
          </a:xfrm>
          <a:prstGeom prst="roundRect">
            <a:avLst>
              <a:gd name="adj" fmla="val 4000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173736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held to account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926080"/>
            <a:ext cx="29626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proposes tests. Mutant checks each one against the real code — and the real bug — before trusting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9872" y="1463040"/>
            <a:ext cx="3511296" cy="2743200"/>
          </a:xfrm>
          <a:prstGeom prst="roundRect">
            <a:avLst>
              <a:gd name="adj" fmla="val 4000"/>
            </a:avLst>
          </a:prstGeom>
          <a:solidFill>
            <a:srgbClr val="0E1017"/>
          </a:solidFill>
          <a:ln w="12700">
            <a:solidFill>
              <a:srgbClr val="232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173736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setup, shareable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926080"/>
            <a:ext cx="29626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JavaScript or TypeScript; works on a phone. Share links recompute live; CI export and README badge built in.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worker pool  ·  type-aware TypeScript mutations  ·  mutate only a PR's changed lines in CI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60 seconds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mutant-omega.vercel.app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7004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link — the GST example is already scored: 35%, 11 bugs survive.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44728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“Let AI write tests that catch them”.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2245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re-score to 100% — or hit “Kill this mutant” on one survivor.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github.com/sgoel2be24-cyber/mutant   ·   pnpm test (110 tests)   ·   built solo within the HackDevengers 2.0 window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Mutant — Tests That Prove Themselves</dc:title>
  <dc:subject>PptxGenJS Presentation</dc:subject>
  <dc:creator>PptxGenJS</dc:creator>
  <cp:lastModifiedBy>PptxGenJS</cp:lastModifiedBy>
  <cp:revision>1</cp:revision>
  <dcterms:created xsi:type="dcterms:W3CDTF">2026-09-19T20:02:17Z</dcterms:created>
  <dcterms:modified xsi:type="dcterms:W3CDTF">2026-09-19T20:02:17Z</dcterms:modified>
</cp:coreProperties>
</file>