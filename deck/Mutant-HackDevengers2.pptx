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one-line premise: a green suite is not evidence. 20s. No live demo in this track — the deck plus the deployed link carry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the blind spot before showing the product.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tour. 60s. Land on 'the number moves' — that is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'Stryker in a browser' read: zero install, zero config, works on a phone, and the LLM loop plus evidence artifacts are new.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reproducible in the live demo in under a minute.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for the technical reviewer.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differentiator: the product admits what it cannot prove.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Addresses the trust question a judge asks about paste-your-code tools.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path from browser tool to pipeline gate.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the fixes are the strongest evidence of engineering discipline in the project.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differentiators beyond correctness: a demo you can watch, and an entry that carries itself into other rooms.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reproducible loop. 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Mutant — Tests That Prove Themselves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50" b="0">
                <a:solidFill>
                  <a:srgbClr val="8C95AD"/>
                </a:solidFill>
              </a:rPr>
              <a:t>AI writes more and more of our tests. Who checks them? Mutant proves whether your tests would catch a real bug.</a:t>
            </a:r>
          </a:p>
          <a:p/>
          <a:p>
            <a:r>
              <a:rPr sz="1450" b="0">
                <a:solidFill>
                  <a:srgbClr val="8C95AD"/>
                </a:solidFill>
              </a:rPr>
              <a:t>HackDevengers 2.0  ·  24h Open Innovation  ·  solo build</a:t>
            </a:r>
          </a:p>
          <a:p>
            <a:r>
              <a:rPr sz="1450" b="0">
                <a:solidFill>
                  <a:srgbClr val="8C95AD"/>
                </a:solidFill>
              </a:rPr>
              <a:t>mutant-omega.vercel.app  ·  github.com/sgoel2be24-cyber/mutant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Who checks the 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AI now writes a large share of our tests — and a test that can never fail looks exactly like one that works.</a:t>
            </a:r>
          </a:p>
          <a:p>
            <a:pPr/>
            <a:r>
              <a:rPr sz="1350">
                <a:solidFill>
                  <a:srgbClr val="E8ECF6"/>
                </a:solidFill>
              </a:rPr>
              <a:t>Coverage can't tell them apart: it counts lines executed, not bugs caught. Every off-by-one and flipped operator slips through.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The question that actually matters: would these tests FAIL if the code were wrong?</a:t>
            </a:r>
          </a:p>
          <a:p>
            <a:pPr/>
            <a:r>
              <a:rPr sz="1350">
                <a:solidFill>
                  <a:srgbClr val="E8ECF6"/>
                </a:solidFill>
              </a:rPr>
              <a:t>Not hypothetical — the demo's own GST slab example passes its test suite and scores 35%.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11 of 17 injected bugs go undetected by tests that all pass.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gap is invisible on any dashboard. This project turns it into a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What Mutant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Rewrites your function into real bugs — flipped comparisons, nudged boundaries, wiped constants, dropped guards and return values.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Runs your test suite against every mutant in a disposable Web Worker with a hard timeout.</a:t>
            </a:r>
          </a:p>
          <a:p>
            <a:pPr/>
            <a:r>
              <a:rPr sz="1350">
                <a:solidFill>
                  <a:srgbClr val="E8ECF6"/>
                </a:solidFill>
              </a:rPr>
              <a:t>Survivors are bugs your tests cannot catch, shown as the exact one-character diff.</a:t>
            </a:r>
          </a:p>
          <a:p>
            <a:pPr/>
            <a:r>
              <a:rPr sz="1350">
                <a:solidFill>
                  <a:srgbClr val="E8ECF6"/>
                </a:solidFill>
              </a:rPr>
              <a:t>Attributes every kill to the specific test that caught it — causality, not just a score.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Kill this mutant: an AI writes a test aimed at one survivor — kept only if it passes on the original and fails on the mutant.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Refuses to score broken tests, and labels mutants that no input can distinguish.</a:t>
            </a:r>
          </a:p>
          <a:p>
            <a:pPr/>
            <a:r>
              <a:rPr sz="1350">
                <a:solidFill>
                  <a:srgbClr val="E8ECF6"/>
                </a:solidFill>
              </a:rPr>
              <a:t>Paste JavaScript or TypeScript — types are parsed and stripped before the sandbox runs the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It is not a wrapper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The engine is hand-written (src/lib/mutate.ts): acorn parses to an AST, then the source is spliced at the exact operator token or literal.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It never splices across a whole expression — so every mutant is guaranteed to stay valid JavaScript.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guarantee is tested, not asserted: 110 tests, including 'every mutant re-parses' across five code shapes.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model writes test expressions. It does not generate mutants, decide the score, or verify anything.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Remove the API key entirely and the product still works end to end — no key, no quota, no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Measured,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5486400" cy="1828800"/>
        </p:xfrm>
        <a:graphic>
          <a:graphicData uri="http://schemas.openxmlformats.org/drawingml/2006/table">
            <a:tbl>
              <a:tblPr firstRow="1" bandRow="0"/>
              <a:tblGrid>
                <a:gridCol w="2743200"/>
                <a:gridCol w="2743200"/>
              </a:tblGrid>
              <a:tr h="2612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Claim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Measurement (from a real run on the live deployment)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A passing suite can miss most bugs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GST example, seed suite: 35% score, 11 of 17 mutants survive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Better tests measurably close the gap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model-written boundary tests: 35% -&gt; 100%, 17/17 killed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Broken tests are excluded, not scored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a failing test is removed from scoring and counted: 1 excluded / 1 kept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Works on arbitrary code, not just curated input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pasted shippingCost(): 67% (8 killed, 4 survived / 12)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Some mutants are unkillable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latefee example: 2 of 8 survivors flagged possibly equivalent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Engine output is always valid JavaScript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engine re-parses, repairs or discards every mutant; 110/110 tests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1 · parse — acorn + acorn-typescript turn the function (JS or TS) into an AST.</a:t>
            </a:r>
          </a:p>
          <a:p>
            <a:pPr/>
            <a:r>
              <a:rPr sz="1350">
                <a:solidFill>
                  <a:srgbClr val="E8ECF6"/>
                </a:solidFill>
              </a:rPr>
              <a:t>2 · mutate — 10 operator families, seeded and capped, spliced at exact spans.</a:t>
            </a:r>
          </a:p>
          <a:p>
            <a:pPr/>
            <a:r>
              <a:rPr sz="1350">
                <a:solidFill>
                  <a:srgbClr val="E8ECF6"/>
                </a:solidFill>
              </a:rPr>
              <a:t>3 · gate — tests that fail on the ORIGINAL code are excluded, not counted as kills.</a:t>
            </a:r>
          </a:p>
          <a:p>
            <a:pPr/>
            <a:r>
              <a:rPr sz="1350">
                <a:solidFill>
                  <a:srgbClr val="E8ECF6"/>
                </a:solidFill>
              </a:rPr>
              <a:t>4 · run — one disposable Worker per mutant; a timeout counts as a kill (Stryker semantics).</a:t>
            </a:r>
          </a:p>
          <a:p>
            <a:pPr/>
            <a:r>
              <a:rPr sz="1350">
                <a:solidFill>
                  <a:srgbClr val="E8ECF6"/>
                </a:solidFill>
              </a:rPr>
              <a:t>5 · score — (killed + timeout) / total.</a:t>
            </a:r>
          </a:p>
          <a:p>
            <a:pPr/>
            <a:r>
              <a:rPr sz="1350">
                <a:solidFill>
                  <a:srgbClr val="E8ECF6"/>
                </a:solidFill>
              </a:rPr>
              <a:t>6 · attribute — which test killed which mutant, and the diff for every survivor.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All of it runs client-side: no account, no upload, no server round-trip per mutant.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Honest scoring is the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ENFORCED: every mutant is re-parsed before use. An operator flip that would produce invalid JavaScript is repaired or discarded.</a:t>
            </a:r>
          </a:p>
          <a:p>
            <a:pPr/>
            <a:r>
              <a:rPr sz="1350">
                <a:solidFill>
                  <a:srgbClr val="E8ECF6"/>
                </a:solidFill>
              </a:rPr>
              <a:t>Why that matters: an unparseable mutant is scored as a KILL — the sandbox parse throws, every test 'fails'. Left alone it inflates the score.</a:t>
            </a:r>
          </a:p>
          <a:p>
            <a:pPr/>
            <a:r>
              <a:rPr sz="1350">
                <a:solidFill>
                  <a:srgbClr val="E8ECF6"/>
                </a:solidFill>
              </a:rPr>
              <a:t>ENFORCED: tests failing on the ORIGINAL code are removed from the scoring run, not merely flagged. The UI reports excluded vs kept.</a:t>
            </a:r>
          </a:p>
          <a:p>
            <a:pPr/>
            <a:r>
              <a:rPr sz="1350">
                <a:solidFill>
                  <a:srgbClr val="E8ECF6"/>
                </a:solidFill>
              </a:rPr>
              <a:t>If no test passes on the original, the app refuses to publish a score at all instead of showing a meaningless 0%.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100% mutation score is not always reachable — unkillable mutants are labelled possibly equivalent instead of hidden.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full run exports as JSON: every mutant, operator, span, status, killer test, timing and repair 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Zero setup, and your code never leaves the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Static site plus one serverless function. The engine, the sandbox and all scoring run in the page.</a:t>
            </a:r>
          </a:p>
          <a:p>
            <a:pPr/>
            <a:r>
              <a:rPr sz="1350">
                <a:solidFill>
                  <a:srgbClr val="E8ECF6"/>
                </a:solidFill>
              </a:rPr>
              <a:t>No account, no install, no upload — it works on a phone.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deployed demo has no hard dependency on an API key; when generation is unavailable it says so and keeps working.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Privacy is structural here, not a policy: pasted code is never sent anywhere to be mutated or scored.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Scalability &amp; 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Per-mutant parallelism with a worker pool — wall-clock time divided by core count, which matters at hundreds of mutants.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Type-aware mutation for TypeScript: type guards, nullability and generics catch a class of bug value-level operators cannot.</a:t>
            </a:r>
          </a:p>
          <a:p>
            <a:pPr/>
            <a:r>
              <a:rPr sz="1350">
                <a:solidFill>
                  <a:srgbClr val="E8ECF6"/>
                </a:solidFill>
              </a:rPr>
              <a:t>CI integration: mutate only changed lines on a pull request and fail the build on a score regression.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Turn survivors into recommendations — which tests to write next, not just which bugs are missing.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Hardened by an adversarial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Before submission, the engine, runner, serverless function and every documented claim were handed to a different model for an independent adversarial read.</a:t>
            </a:r>
          </a:p>
          <a:p>
            <a:pPr/>
            <a:r>
              <a:rPr sz="1350">
                <a:solidFill>
                  <a:srgbClr val="E8ECF6"/>
                </a:solidFill>
              </a:rPr>
              <a:t>It found three real defects: invalid mutants could inflate the score; the validation gate was reported but not enforced; an unparseable mutant was counted as a kill.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All three are fixed and pinned by regression tests. A final pre-submission pass fixed five more; tests went 62 -&gt; 110.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Also fixed: a client-spoofable rate-limit header (now platform IP + global ceiling), and per-mutant timings hardcoded to 0 in the export.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The audit's own first-60-seconds attack — “show me a negative number” — is now a regression test.</a:t>
            </a:r>
          </a:p>
          <a:p>
            <a:pPr/>
            <a:r>
              <a:rPr sz="1350">
                <a:solidFill>
                  <a:srgbClr val="E8ECF6"/>
                </a:solidFill>
              </a:rPr>
              <a:t>A correctness bug inside a correctness tool invalidates every other criterion, so this pass was worth more than any feature we could have added.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A loop you can watch, and an artifact that spreads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The score climbs while you watch — 35% rising to 100% — and each mutant's verdict lights up in sequence. Reduced-motion users get the same numbers without the motion.</a:t>
            </a:r>
          </a:p>
          <a:p>
            <a:pPr/>
            <a:r>
              <a:rPr sz="1350">
                <a:solidFill>
                  <a:srgbClr val="E8ECF6"/>
                </a:solidFill>
              </a:rPr>
              <a:t>'Kill this mutant' targets one survivor: the model writes a test, it is verified against the original AND the mutant, then the score rises by exactly what it catches.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Share a run as a link — the state lives in the URL, recomputes live on open, and needs no server. A judge can send a colleague the exact 35%-to-100% run.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README badge shows a mutation score generated from a real run, and the CI export turns the tool into a pipeline gate with a fail_below contract.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Try it in 60 seconds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350">
                <a:solidFill>
                  <a:srgbClr val="E8ECF6"/>
                </a:solidFill>
              </a:rPr>
              <a:t>Live: https://mutant-omega.vercel.app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Code: https://github.com/sgoel2be24-cyber/mutant</a:t>
            </a:r>
          </a:p>
          <a:p>
            <a:pPr/>
            <a:r>
              <a:rPr sz="1350">
                <a:solidFill>
                  <a:srgbClr val="E8ECF6"/>
                </a:solidFill>
              </a:rPr>
              <a:t>Verify locally: pnpm test (110 tests)  ·  pnpm verify:serve (deploy smoke test)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60-second demo: open the link — the GST example is already scored (35%, 11 of 17 bugs survive) -&gt; 'Let AI write tests that catch them' -&gt; 100%, proven.</a:t>
            </a:r>
          </a:p>
          <a:p>
            <a:pPr/>
            <a:r>
              <a:rPr sz="1350">
                <a:solidFill>
                  <a:srgbClr val="E8ECF6"/>
                </a:solidFill>
              </a:rPr>
              <a:t>Built solo inside the HackDevengers 2.0 window; every commit is timestamped within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